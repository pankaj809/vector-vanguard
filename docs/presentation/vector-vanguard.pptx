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D4FF"/>
                </a:solidFill>
              </a:defRPr>
            </a:pPr>
            <a:r>
              <a:t>Vector Vanguard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Arcade Survival Shooter in C + SDL2</a:t>
            </a:r>
          </a:p>
          <a:p>
            <a:r>
              <a:t>github.com/Pankaj809/vector-vanguard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What Is Vector Vanguard?</a:t>
            </a:r>
          </a:p>
          <a:p>
            <a:pPr>
              <a:defRPr sz="1800">
                <a:solidFill>
                  <a:srgbClr val="C8D2DC"/>
                </a:solidFill>
              </a:defRPr>
            </a:pPr>
            <a:r>
              <a:t>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You pilot a ship in a grid arena. Red enemies chase you.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Shoot them before they hit you. Survive and score points.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Single-player arcade shooter, top-down survival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3 difficulty levels (Easy / Normal / Hard)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Built with C99, SDL2, 1024×768, sound + music + HUD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How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Move ship .............. WASD or Arrow keys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Fire laser ............. Space or Left Ctrl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Menu navigate .......... Up / Down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Confirm ................ Enter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Go back ................ Esc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GOAL: Destroy enemies (+10 pts). You have 3 lives.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Beat your high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Game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Main Menu → Options (pick difficulty)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Main Menu → Start → Playing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Playing → Game Over (when lives = 0)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Game Over → Enter → back to Main Menu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Easy = slower enemies | Hard = faster spawns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Architecture: MVC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MODEL (GameModel) — all game state in one struct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VIEW (render.c) — draws screen; never changes rules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CONTROLLER (input.c) — keyboard; never draws pixels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GAME LOGIC (game.c) — physics, collisions, spawning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SYSTEM (system.c) — SDL init, assets, save high score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main.c loop: Input → Update (60 FPS) → Render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The Model: GameModel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Stores: screen state, score, lives, difficulty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Entities: player, enemies, bullets (up to 512)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Particles, combat log, audio &amp; fonts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Why one model? Easy to test. No hidden globals.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Memory pool: no malloc during gameplay.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View vs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VIEW (render.c):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  • Grid + HUD, ship/enemies/bullets, menus, combat log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CONTROLLER (input.c):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  • Keyboard, menu selection, move ship, fire bullets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Separation keeps code maintainable.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Game Logic (Simple Terms)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1. Spawn — enemies appear at the top every few seconds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2. Chase — each enemy moves toward your ship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3. Shoot — bullets fly in your last movement direction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4. Hit test — overlap? Enemy dies (+10) or you lose a life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5. Respawn — lives left? Ship returns to center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6. Game Over — save high score to disk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Fixed 1/60 s physics steps = same speed on every PC.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Engineering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MVC modules in separate .c files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Deterministic accumulator loop in main.c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Asset pipeline in system.c (font + audio)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CMake + run.sh — one-command build &amp; play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• package.sh — standalone deploy bundle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Summary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Vector Vanguard — arcade fun + clean C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git clone https://github.com/Pankaj809/vector-vanguard.git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./run.sh</a:t>
            </a: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82C3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